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중학생을 위한 바이브 코딩 오리엔테이션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코딩을 몰라도,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앱을 만드는 시간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목표: 나만의 투두·타이머 앱, AI와 함께 만들기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3291840" cy="64008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846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멘토팀 옥쌤과 아이들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김주한(팀장) · 정선재 · 이현준 · 백종원 · 이준서 · 이윤형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여러분에게 묻고 싶어요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60704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“코딩, 한 번도 안 해봤는데 괜찮을까?”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 문제없어요. 오늘은 코드를 '짜는' 게 아니라 AI에게 '부탁하는' 법을 배웁니다.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60704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“그럼 그냥 AI가 다 해주는 거 아니야?”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맞기도 하고 틀리기도 해요. 어떻게 부탁하느냐에 따라 결과가 완전히 달라진다는 걸 오늘 직접 확인해볼 거예요.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개념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코딩이란?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직접 짜지 않고, 한국어로 AI에게 요청해서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프로그램을 만드는 방식이에요.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0607040" cy="2377440"/>
          </a:xfrm>
          <a:prstGeom prst="roundRect">
            <a:avLst>
              <a:gd name="adj" fmla="val 4615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예를 들면 이런 부탁이에요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“할 일을 적으면 목록에 뜨고,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누르면 25분 타이머가 시작되는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귀여운 투두 앱을 만들어줘”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흐름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오늘, 이렇게 진행해요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0712" cy="3931920"/>
          </a:xfrm>
          <a:prstGeom prst="roundRect">
            <a:avLst>
              <a:gd name="adj" fmla="val 3217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보여주기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862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멘토가 미리 만든 ‘약속 파일’을 보여줘요.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미리 규칙을 정해두면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설명하지 않아도 된다는 걸 확인해요.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33672" y="1828800"/>
            <a:ext cx="3410712" cy="3931920"/>
          </a:xfrm>
          <a:prstGeom prst="roundRect">
            <a:avLst>
              <a:gd name="adj" fmla="val 3217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2148840"/>
            <a:ext cx="640080" cy="64008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07992" y="29260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체험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7992" y="3429000"/>
            <a:ext cx="2862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“이거 해줘” vs “같이 계획 세우자”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부탁도 방식에 따라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결과가 어떻게 달라지는지 직접 비교해요.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827264" y="1828800"/>
            <a:ext cx="3410712" cy="3931920"/>
          </a:xfrm>
          <a:prstGeom prst="roundRect">
            <a:avLst>
              <a:gd name="adj" fmla="val 3217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101584" y="2148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01584" y="29260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해보기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01584" y="3429000"/>
            <a:ext cx="28620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AI 사용 규칙을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한두 줄 직접 적어보고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카드를 받아요.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투두·타이머 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일을 적고, 집중 시간을 재는 나만의 작은 도구를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함께 만들어볼 거예요. 완성한 코드는 몰라도 괜찮아요 —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배우는 건 ‘AI에게 잘 부탁하는 법’이니까요.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0607040" cy="219456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6118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실습 사이트에서 함께해요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06908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멘토가 알려주는 주소로 접속해서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화면을 보면서 진행합니다.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지킬 약속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약속 3가지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없어요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어떻게 부탁하느냐를 실험하는 시간이에요. 틀려도 괜찮아요.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91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많이 해요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이해가 안 되면 언제든 멘토에게 물어보세요.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709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결과보다 과정을 봐요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앱을 만드는 게 목표가 아니라, AI와 잘 협업하는 법을 익히는 게 목표예요.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자, 그럼 시작해볼까요?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6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사이트 주소를 화면으로 안내할게요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5029200" cy="91440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206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[여기에 사이트 주소 / QR코드]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2026-07-10T14:11:46Z</dcterms:created>
  <dcterms:modified xsi:type="dcterms:W3CDTF">2026-07-10T14:11:46Z</dcterms:modified>
</cp:coreProperties>
</file>